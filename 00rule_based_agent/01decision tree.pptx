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8C805C-B5DB-05EC-792C-E73601ECC0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405DB5D9-2529-E3EA-743D-DA1216F0A5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F62D288-3263-7061-FD9E-06C3B2BE8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E13A3-80C7-401A-AA57-19E1798EDAD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DAD2C12-93F4-4121-3EDC-17382B150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5FC83C7-14D5-7A46-A80A-E7AF88948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87699-224F-4695-B09D-09506B4ABD6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370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91B04D-9D0E-F995-8280-AA4EED068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7E94B69-0077-6708-50B4-47CB11E46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8BB553B-1952-D93B-5A6B-93453BAD4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E13A3-80C7-401A-AA57-19E1798EDAD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23473E6-A0FF-10A2-5855-8A7B9FD3A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2359EC3-5958-3AAE-0214-89AF5CFA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87699-224F-4695-B09D-09506B4ABD6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302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AF2661-E26B-2C67-1DCA-3C00D5095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6F53C69-9C84-2CDB-49A8-1D6CC04ED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AD93A53-67AF-24FB-F6E3-6A136A050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E13A3-80C7-401A-AA57-19E1798EDAD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192EDF6-E03C-29B2-2F50-109633ADE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0C10A6A-1E6A-A9DD-D3B8-5F15D0E2B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87699-224F-4695-B09D-09506B4ABD6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927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2DE59A-BAD7-D958-478D-E2210BD7D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08E3A16-A686-1705-F7F5-0C5E2D12EB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302B0A2-8801-9E5C-1F99-473AA8EB8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54E1495-524F-D262-19AF-E35771363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E13A3-80C7-401A-AA57-19E1798EDAD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5902CCA-DF8B-C8D0-5007-BA27CF3CA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9A8F2DC-F65B-9709-270F-6D01A8F24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87699-224F-4695-B09D-09506B4ABD6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349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36A5EE-2DD1-DE3C-DE7D-742836963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626EB77-B596-4F30-BFA8-BD6DC7383F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19D4EBBE-D1E6-AAF1-2935-D0E3599318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CA7A011E-19F5-0E11-4285-595F42F032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3783E2D3-8197-5B99-2431-E1D814CDDE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72A5B905-89D1-D307-FFB9-5C188B39A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E13A3-80C7-401A-AA57-19E1798EDAD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415CDA31-EA7E-A169-6C55-EA2DB6E5F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2704A78E-6916-A8EB-9C3F-F499A379D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87699-224F-4695-B09D-09506B4ABD6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421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DF3696-5547-8F6C-B46A-D35839333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653C0A1-5927-65DE-4D0D-880671AD8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E13A3-80C7-401A-AA57-19E1798EDAD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7670A75-7B69-DEB2-C420-2D96993FA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77FC90CF-D806-C917-F746-119E9CE22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87699-224F-4695-B09D-09506B4ABD6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336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B5B143EF-A92F-4731-6AB9-8B260B4B5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E13A3-80C7-401A-AA57-19E1798EDAD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CF8521EC-1D8B-C8B3-DF07-92BD5AEE1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4419E17-9134-D78D-15B4-252B6147F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87699-224F-4695-B09D-09506B4ABD6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823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AEA73F-11A3-16D0-7D42-6BF4F5019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13F2944-71BC-629F-74C9-FFAD23F71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0405C81-7569-CBD4-CDAC-591C68F52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CC883C51-6EE0-44BE-B803-3869C3DE2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E13A3-80C7-401A-AA57-19E1798EDAD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B10AB03-02C7-5AFF-758B-531E65A45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6C1DC4B-9EBE-9F59-1647-F2D3274EC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87699-224F-4695-B09D-09506B4ABD6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125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B3D1F7-D999-3352-A161-DAE0B6B66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46C26D55-37D6-37C0-DCEE-315FCBCA4DF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9162F20-8EB6-4F2A-ED49-5BB617328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184A0FF6-6FC0-63A0-8AD0-22BB20691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E13A3-80C7-401A-AA57-19E1798EDAD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8B4C77C-2E7E-569D-28A9-3F13F976A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E838290-4159-A935-ADD3-7F09C2583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87699-224F-4695-B09D-09506B4ABD6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302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8E6024-4499-3AFB-BAB8-EC7CD5E89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F70F596C-E6BC-E3EB-7501-9EADD4B55F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E4C1F98-35F7-E92E-C846-436373B91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E13A3-80C7-401A-AA57-19E1798EDAD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9EB17AE-1934-C144-3BC7-BD8E85ADF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157A0F4-F288-4441-D30C-D6B7DA398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87699-224F-4695-B09D-09506B4ABD6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361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D440C52E-DA9F-0E5D-B4FD-E318B38F1E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D8987945-81DB-5563-ED38-B0B0C6A3CD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8E64517-B890-05CE-01F4-C1FCCBE24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E13A3-80C7-401A-AA57-19E1798EDAD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DC5DDCC-7FFE-3684-F3A0-F63969BE0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B47E38C-303E-F676-DC97-49D54B0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87699-224F-4695-B09D-09506B4ABD6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982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BBEF0343-C284-C714-9A9F-6E2523D2F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E80A241-5D59-5EA1-FD6C-DEDFF0671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B4973C8-68B4-E606-B2E7-7A9A6397B4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4E13A3-80C7-401A-AA57-19E1798EDAD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E4EB032-DE5C-39B8-3894-08ED81F126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1331278-0F18-D225-6C39-AFA4CD08E3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087699-224F-4695-B09D-09506B4ABD6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835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>
            <a:extLst>
              <a:ext uri="{FF2B5EF4-FFF2-40B4-BE49-F238E27FC236}">
                <a16:creationId xmlns:a16="http://schemas.microsoft.com/office/drawing/2014/main" id="{B019FF04-8E87-27A8-C861-664423759EA6}"/>
              </a:ext>
            </a:extLst>
          </p:cNvPr>
          <p:cNvSpPr/>
          <p:nvPr/>
        </p:nvSpPr>
        <p:spPr>
          <a:xfrm>
            <a:off x="4910328" y="429768"/>
            <a:ext cx="1581912" cy="923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Weather?</a:t>
            </a:r>
          </a:p>
        </p:txBody>
      </p:sp>
      <p:cxnSp>
        <p:nvCxnSpPr>
          <p:cNvPr id="6" name="Rechte verbindingslijn met pijl 5">
            <a:extLst>
              <a:ext uri="{FF2B5EF4-FFF2-40B4-BE49-F238E27FC236}">
                <a16:creationId xmlns:a16="http://schemas.microsoft.com/office/drawing/2014/main" id="{1F290BD8-FA98-CCBE-8B75-CBA90AE48D39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5701284" y="1353312"/>
            <a:ext cx="48006" cy="1161288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echte verbindingslijn met pijl 7">
            <a:extLst>
              <a:ext uri="{FF2B5EF4-FFF2-40B4-BE49-F238E27FC236}">
                <a16:creationId xmlns:a16="http://schemas.microsoft.com/office/drawing/2014/main" id="{1DEF309C-E32B-1BAD-21C2-3EB7FAD0D106}"/>
              </a:ext>
            </a:extLst>
          </p:cNvPr>
          <p:cNvCxnSpPr>
            <a:cxnSpLocks/>
          </p:cNvCxnSpPr>
          <p:nvPr/>
        </p:nvCxnSpPr>
        <p:spPr>
          <a:xfrm>
            <a:off x="4910328" y="1758696"/>
            <a:ext cx="0" cy="755904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Rechte verbindingslijn met pijl 11">
            <a:extLst>
              <a:ext uri="{FF2B5EF4-FFF2-40B4-BE49-F238E27FC236}">
                <a16:creationId xmlns:a16="http://schemas.microsoft.com/office/drawing/2014/main" id="{807945B5-1A15-B3C6-2EE2-B306D174836F}"/>
              </a:ext>
            </a:extLst>
          </p:cNvPr>
          <p:cNvCxnSpPr>
            <a:cxnSpLocks/>
          </p:cNvCxnSpPr>
          <p:nvPr/>
        </p:nvCxnSpPr>
        <p:spPr>
          <a:xfrm>
            <a:off x="6492240" y="1758696"/>
            <a:ext cx="0" cy="755904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echte verbindingslijn met pijl 13">
            <a:extLst>
              <a:ext uri="{FF2B5EF4-FFF2-40B4-BE49-F238E27FC236}">
                <a16:creationId xmlns:a16="http://schemas.microsoft.com/office/drawing/2014/main" id="{BBCE1137-2BE5-46F9-314F-40EDE85D8434}"/>
              </a:ext>
            </a:extLst>
          </p:cNvPr>
          <p:cNvCxnSpPr>
            <a:cxnSpLocks/>
          </p:cNvCxnSpPr>
          <p:nvPr/>
        </p:nvCxnSpPr>
        <p:spPr>
          <a:xfrm>
            <a:off x="4910328" y="1758696"/>
            <a:ext cx="1581912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hthoek 20">
            <a:extLst>
              <a:ext uri="{FF2B5EF4-FFF2-40B4-BE49-F238E27FC236}">
                <a16:creationId xmlns:a16="http://schemas.microsoft.com/office/drawing/2014/main" id="{E2CB54BE-95D7-BC2B-F626-B8B94BEA8539}"/>
              </a:ext>
            </a:extLst>
          </p:cNvPr>
          <p:cNvSpPr/>
          <p:nvPr/>
        </p:nvSpPr>
        <p:spPr>
          <a:xfrm>
            <a:off x="5201413" y="2505459"/>
            <a:ext cx="996695" cy="3693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Sunny</a:t>
            </a:r>
          </a:p>
        </p:txBody>
      </p:sp>
      <p:sp>
        <p:nvSpPr>
          <p:cNvPr id="23" name="Rechthoek 22">
            <a:extLst>
              <a:ext uri="{FF2B5EF4-FFF2-40B4-BE49-F238E27FC236}">
                <a16:creationId xmlns:a16="http://schemas.microsoft.com/office/drawing/2014/main" id="{8BDF8C76-5A83-C3EF-9A31-C0E7D601FEC8}"/>
              </a:ext>
            </a:extLst>
          </p:cNvPr>
          <p:cNvSpPr/>
          <p:nvPr/>
        </p:nvSpPr>
        <p:spPr>
          <a:xfrm>
            <a:off x="6346697" y="2514600"/>
            <a:ext cx="996695" cy="3693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Snow</a:t>
            </a:r>
          </a:p>
        </p:txBody>
      </p:sp>
      <p:sp>
        <p:nvSpPr>
          <p:cNvPr id="25" name="Rechthoek 24">
            <a:extLst>
              <a:ext uri="{FF2B5EF4-FFF2-40B4-BE49-F238E27FC236}">
                <a16:creationId xmlns:a16="http://schemas.microsoft.com/office/drawing/2014/main" id="{BFC5A6A0-5AC0-3FFE-2659-0494C75A6508}"/>
              </a:ext>
            </a:extLst>
          </p:cNvPr>
          <p:cNvSpPr/>
          <p:nvPr/>
        </p:nvSpPr>
        <p:spPr>
          <a:xfrm>
            <a:off x="4107182" y="2505459"/>
            <a:ext cx="996695" cy="3693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Rain</a:t>
            </a:r>
          </a:p>
        </p:txBody>
      </p:sp>
      <p:sp>
        <p:nvSpPr>
          <p:cNvPr id="27" name="Rechthoek 26">
            <a:extLst>
              <a:ext uri="{FF2B5EF4-FFF2-40B4-BE49-F238E27FC236}">
                <a16:creationId xmlns:a16="http://schemas.microsoft.com/office/drawing/2014/main" id="{D428A824-D952-D1D7-CBC0-0BD4764E831D}"/>
              </a:ext>
            </a:extLst>
          </p:cNvPr>
          <p:cNvSpPr/>
          <p:nvPr/>
        </p:nvSpPr>
        <p:spPr>
          <a:xfrm>
            <a:off x="5201412" y="3609987"/>
            <a:ext cx="996695" cy="852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Wear</a:t>
            </a:r>
          </a:p>
          <a:p>
            <a:pPr algn="ctr"/>
            <a:r>
              <a:rPr lang="en-US" dirty="0"/>
              <a:t>Sun-</a:t>
            </a:r>
          </a:p>
          <a:p>
            <a:pPr algn="ctr"/>
            <a:r>
              <a:rPr lang="en-US" dirty="0"/>
              <a:t>glasses</a:t>
            </a:r>
          </a:p>
        </p:txBody>
      </p:sp>
      <p:sp>
        <p:nvSpPr>
          <p:cNvPr id="29" name="Rechthoek 28">
            <a:extLst>
              <a:ext uri="{FF2B5EF4-FFF2-40B4-BE49-F238E27FC236}">
                <a16:creationId xmlns:a16="http://schemas.microsoft.com/office/drawing/2014/main" id="{6E67D301-14E2-8000-0A2C-D80BE9271AA8}"/>
              </a:ext>
            </a:extLst>
          </p:cNvPr>
          <p:cNvSpPr/>
          <p:nvPr/>
        </p:nvSpPr>
        <p:spPr>
          <a:xfrm>
            <a:off x="6346696" y="3619128"/>
            <a:ext cx="996695" cy="852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Wear a</a:t>
            </a:r>
          </a:p>
          <a:p>
            <a:pPr algn="ctr"/>
            <a:r>
              <a:rPr lang="en-US" dirty="0"/>
              <a:t>Warm</a:t>
            </a:r>
          </a:p>
          <a:p>
            <a:pPr algn="ctr"/>
            <a:r>
              <a:rPr lang="en-US" dirty="0"/>
              <a:t>jacket</a:t>
            </a:r>
          </a:p>
        </p:txBody>
      </p:sp>
      <p:sp>
        <p:nvSpPr>
          <p:cNvPr id="31" name="Rechthoek 30">
            <a:extLst>
              <a:ext uri="{FF2B5EF4-FFF2-40B4-BE49-F238E27FC236}">
                <a16:creationId xmlns:a16="http://schemas.microsoft.com/office/drawing/2014/main" id="{0A418A4F-1ECC-8365-0075-E7A8663715B2}"/>
              </a:ext>
            </a:extLst>
          </p:cNvPr>
          <p:cNvSpPr/>
          <p:nvPr/>
        </p:nvSpPr>
        <p:spPr>
          <a:xfrm>
            <a:off x="3831337" y="3609987"/>
            <a:ext cx="1272540" cy="852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Take</a:t>
            </a:r>
          </a:p>
          <a:p>
            <a:pPr algn="ctr"/>
            <a:r>
              <a:rPr lang="en-US" dirty="0"/>
              <a:t>An umbrella</a:t>
            </a:r>
          </a:p>
        </p:txBody>
      </p:sp>
      <p:cxnSp>
        <p:nvCxnSpPr>
          <p:cNvPr id="32" name="Rechte verbindingslijn met pijl 31">
            <a:extLst>
              <a:ext uri="{FF2B5EF4-FFF2-40B4-BE49-F238E27FC236}">
                <a16:creationId xmlns:a16="http://schemas.microsoft.com/office/drawing/2014/main" id="{294B2FC8-1FD5-CB4C-6B92-37839A1EA00D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5699761" y="2874788"/>
            <a:ext cx="66676" cy="755904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Rechte verbindingslijn met pijl 32">
            <a:extLst>
              <a:ext uri="{FF2B5EF4-FFF2-40B4-BE49-F238E27FC236}">
                <a16:creationId xmlns:a16="http://schemas.microsoft.com/office/drawing/2014/main" id="{5C2B6C71-D9FC-38AB-B216-41AD7867E537}"/>
              </a:ext>
            </a:extLst>
          </p:cNvPr>
          <p:cNvCxnSpPr>
            <a:cxnSpLocks/>
          </p:cNvCxnSpPr>
          <p:nvPr/>
        </p:nvCxnSpPr>
        <p:spPr>
          <a:xfrm>
            <a:off x="4927475" y="2874788"/>
            <a:ext cx="0" cy="755904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Rechte verbindingslijn met pijl 33">
            <a:extLst>
              <a:ext uri="{FF2B5EF4-FFF2-40B4-BE49-F238E27FC236}">
                <a16:creationId xmlns:a16="http://schemas.microsoft.com/office/drawing/2014/main" id="{C1C6FF6E-863C-E18D-7857-F39CF34F1BE1}"/>
              </a:ext>
            </a:extLst>
          </p:cNvPr>
          <p:cNvCxnSpPr>
            <a:cxnSpLocks/>
          </p:cNvCxnSpPr>
          <p:nvPr/>
        </p:nvCxnSpPr>
        <p:spPr>
          <a:xfrm>
            <a:off x="6509387" y="2874788"/>
            <a:ext cx="0" cy="755904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537200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</Words>
  <Application>Microsoft Office PowerPoint</Application>
  <PresentationFormat>Breedbeeld</PresentationFormat>
  <Paragraphs>12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Kantoorthema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Freek van den Berg</dc:creator>
  <cp:lastModifiedBy>Freek van den Berg</cp:lastModifiedBy>
  <cp:revision>1</cp:revision>
  <dcterms:created xsi:type="dcterms:W3CDTF">2026-10-08T10:30:58Z</dcterms:created>
  <dcterms:modified xsi:type="dcterms:W3CDTF">2026-10-08T10:36:50Z</dcterms:modified>
</cp:coreProperties>
</file>